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753600" cy="7315200"/>
  <p:notesSz cx="6858000" cy="9144000"/>
  <p:embeddedFontLst>
    <p:embeddedFont>
      <p:font typeface="Calibri (MS) Bold" charset="1" panose="020F0702030404030204"/>
      <p:regular r:id="rId20"/>
    </p:embeddedFont>
    <p:embeddedFont>
      <p:font typeface="Alice Bold" charset="1" panose="00000500000000000000"/>
      <p:regular r:id="rId21"/>
    </p:embeddedFont>
    <p:embeddedFont>
      <p:font typeface="Alice" charset="1" panose="00000500000000000000"/>
      <p:regular r:id="rId22"/>
    </p:embeddedFont>
    <p:embeddedFont>
      <p:font typeface="Calibri (MS)" charset="1" panose="020F0502020204030204"/>
      <p:regular r:id="rId23"/>
    </p:embeddedFont>
    <p:embeddedFont>
      <p:font typeface="Canva Sans 1 Bold" charset="1" panose="020B0803030501040103"/>
      <p:regular r:id="rId24"/>
    </p:embeddedFont>
    <p:embeddedFont>
      <p:font typeface="Playfair Display Bold Italics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2538" y="1370162"/>
            <a:ext cx="8742112" cy="2637901"/>
            <a:chOff x="0" y="0"/>
            <a:chExt cx="11656149" cy="35172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56187" cy="3517138"/>
            </a:xfrm>
            <a:custGeom>
              <a:avLst/>
              <a:gdLst/>
              <a:ahLst/>
              <a:cxnLst/>
              <a:rect r="r" b="b" t="t" l="l"/>
              <a:pathLst>
                <a:path h="3517138" w="11656187">
                  <a:moveTo>
                    <a:pt x="0" y="0"/>
                  </a:moveTo>
                  <a:lnTo>
                    <a:pt x="11656187" y="0"/>
                  </a:lnTo>
                  <a:lnTo>
                    <a:pt x="11656187" y="3517138"/>
                  </a:lnTo>
                  <a:lnTo>
                    <a:pt x="0" y="3517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29" r="0" b="-1453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2538" y="1313012"/>
            <a:ext cx="8742112" cy="2695046"/>
            <a:chOff x="0" y="0"/>
            <a:chExt cx="11656149" cy="35933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56149" cy="3593400"/>
            </a:xfrm>
            <a:custGeom>
              <a:avLst/>
              <a:gdLst/>
              <a:ahLst/>
              <a:cxnLst/>
              <a:rect r="r" b="b" t="t" l="l"/>
              <a:pathLst>
                <a:path h="3593400" w="11656149">
                  <a:moveTo>
                    <a:pt x="0" y="0"/>
                  </a:moveTo>
                  <a:lnTo>
                    <a:pt x="11656149" y="0"/>
                  </a:lnTo>
                  <a:lnTo>
                    <a:pt x="11656149" y="3593400"/>
                  </a:lnTo>
                  <a:lnTo>
                    <a:pt x="0" y="359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205" r="0" b="-1320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1656149" cy="3669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55"/>
                </a:lnSpc>
              </a:pPr>
              <a:r>
                <a:rPr lang="en-US" sz="4046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B.Tech (CE)</a:t>
              </a:r>
            </a:p>
            <a:p>
              <a:pPr algn="ctr">
                <a:lnSpc>
                  <a:spcPts val="4855"/>
                </a:lnSpc>
              </a:pPr>
              <a:r>
                <a:rPr lang="en-US" sz="4046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Semester: III</a:t>
              </a:r>
            </a:p>
            <a:p>
              <a:pPr algn="ctr">
                <a:lnSpc>
                  <a:spcPts val="4855"/>
                </a:lnSpc>
              </a:pPr>
              <a:r>
                <a:rPr lang="en-US" sz="4046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Course: Data Structure and Algorithms </a:t>
              </a:r>
            </a:p>
            <a:p>
              <a:pPr algn="ctr">
                <a:lnSpc>
                  <a:spcPts val="4855"/>
                </a:lnSpc>
              </a:pPr>
              <a:r>
                <a:rPr lang="en-US" sz="4046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Academic Year: 2026-27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2538" y="4426591"/>
            <a:ext cx="8839562" cy="809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3081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Presented by:</a:t>
            </a:r>
            <a:r>
              <a:rPr lang="en-US" sz="308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Ishansh Thada - 70022500334</a:t>
            </a:r>
          </a:p>
          <a:p>
            <a:pPr algn="l">
              <a:lnSpc>
                <a:spcPts val="3096"/>
              </a:lnSpc>
            </a:pPr>
            <a:r>
              <a:rPr lang="en-US" sz="308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                           Rajat Agrawal - 70022500345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990083" y="6798450"/>
            <a:ext cx="2275837" cy="389439"/>
            <a:chOff x="0" y="0"/>
            <a:chExt cx="3034449" cy="5192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34411" cy="519303"/>
            </a:xfrm>
            <a:custGeom>
              <a:avLst/>
              <a:gdLst/>
              <a:ahLst/>
              <a:cxnLst/>
              <a:rect r="r" b="b" t="t" l="l"/>
              <a:pathLst>
                <a:path h="519303" w="3034411">
                  <a:moveTo>
                    <a:pt x="0" y="0"/>
                  </a:moveTo>
                  <a:lnTo>
                    <a:pt x="3034411" y="0"/>
                  </a:lnTo>
                  <a:lnTo>
                    <a:pt x="3034411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83" r="-1" b="-6377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90083" y="6777018"/>
            <a:ext cx="2275837" cy="410870"/>
            <a:chOff x="0" y="0"/>
            <a:chExt cx="3034449" cy="5478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34449" cy="547827"/>
            </a:xfrm>
            <a:custGeom>
              <a:avLst/>
              <a:gdLst/>
              <a:ahLst/>
              <a:cxnLst/>
              <a:rect r="r" b="b" t="t" l="l"/>
              <a:pathLst>
                <a:path h="547827" w="3034449">
                  <a:moveTo>
                    <a:pt x="0" y="0"/>
                  </a:moveTo>
                  <a:lnTo>
                    <a:pt x="3034449" y="0"/>
                  </a:lnTo>
                  <a:lnTo>
                    <a:pt x="3034449" y="547827"/>
                  </a:lnTo>
                  <a:lnTo>
                    <a:pt x="0" y="5478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928" r="0" b="-5792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034449" cy="576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43"/>
                </a:lnSpc>
              </a:pPr>
              <a:r>
                <a:rPr lang="en-US" sz="1119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2911" y="1162202"/>
            <a:ext cx="8290560" cy="1568025"/>
            <a:chOff x="0" y="0"/>
            <a:chExt cx="11054080" cy="20906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54080" cy="2090674"/>
            </a:xfrm>
            <a:custGeom>
              <a:avLst/>
              <a:gdLst/>
              <a:ahLst/>
              <a:cxnLst/>
              <a:rect r="r" b="b" t="t" l="l"/>
              <a:pathLst>
                <a:path h="2090674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674"/>
                  </a:lnTo>
                  <a:lnTo>
                    <a:pt x="0" y="2090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51" r="0" b="-5295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32911" y="920909"/>
            <a:ext cx="8290560" cy="1660893"/>
            <a:chOff x="0" y="0"/>
            <a:chExt cx="11054080" cy="22145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54080" cy="2214528"/>
            </a:xfrm>
            <a:custGeom>
              <a:avLst/>
              <a:gdLst/>
              <a:ahLst/>
              <a:cxnLst/>
              <a:rect r="r" b="b" t="t" l="l"/>
              <a:pathLst>
                <a:path h="2214528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214528"/>
                  </a:lnTo>
                  <a:lnTo>
                    <a:pt x="0" y="22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261" r="0" b="-4726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11054080" cy="2338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75"/>
                </a:lnSpc>
              </a:pPr>
              <a:r>
                <a:rPr lang="en-US" sz="5813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Index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90083" y="6798450"/>
            <a:ext cx="2275837" cy="389468"/>
            <a:chOff x="0" y="0"/>
            <a:chExt cx="3034449" cy="5192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34411" cy="519303"/>
            </a:xfrm>
            <a:custGeom>
              <a:avLst/>
              <a:gdLst/>
              <a:ahLst/>
              <a:cxnLst/>
              <a:rect r="r" b="b" t="t" l="l"/>
              <a:pathLst>
                <a:path h="519303" w="3034411">
                  <a:moveTo>
                    <a:pt x="0" y="0"/>
                  </a:moveTo>
                  <a:lnTo>
                    <a:pt x="3034411" y="0"/>
                  </a:lnTo>
                  <a:lnTo>
                    <a:pt x="3034411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8" r="-1" b="-6377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990083" y="6777018"/>
            <a:ext cx="2275837" cy="410899"/>
            <a:chOff x="0" y="0"/>
            <a:chExt cx="3034449" cy="5478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34449" cy="547864"/>
            </a:xfrm>
            <a:custGeom>
              <a:avLst/>
              <a:gdLst/>
              <a:ahLst/>
              <a:cxnLst/>
              <a:rect r="r" b="b" t="t" l="l"/>
              <a:pathLst>
                <a:path h="547864" w="3034449">
                  <a:moveTo>
                    <a:pt x="0" y="0"/>
                  </a:moveTo>
                  <a:lnTo>
                    <a:pt x="3034449" y="0"/>
                  </a:lnTo>
                  <a:lnTo>
                    <a:pt x="3034449" y="547864"/>
                  </a:lnTo>
                  <a:lnTo>
                    <a:pt x="0" y="5478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921" r="0" b="-579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034449" cy="576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43"/>
                </a:lnSpc>
              </a:pPr>
              <a:r>
                <a:rPr lang="en-US" sz="1119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6702" y="2235092"/>
            <a:ext cx="7522978" cy="460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Introduction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Problem Statement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Objectives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Data Structures Used </a:t>
            </a:r>
          </a:p>
          <a:p>
            <a:pPr algn="l" marL="1036320" indent="-345440" lvl="2">
              <a:lnSpc>
                <a:spcPts val="3357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Linked List &amp; Tree</a:t>
            </a:r>
          </a:p>
          <a:p>
            <a:pPr algn="l" marL="1036320" indent="-345440" lvl="2">
              <a:lnSpc>
                <a:spcPts val="3357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Navigation Stack &amp; Recent Files Queue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Time Complexity Analysis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Flow of the Code</a:t>
            </a:r>
          </a:p>
          <a:p>
            <a:pPr algn="l" marL="1036320" indent="-345440" lvl="2">
              <a:lnSpc>
                <a:spcPts val="3357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Output 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Conclusion &amp; Future Scope</a:t>
            </a:r>
          </a:p>
          <a:p>
            <a:pPr algn="l">
              <a:lnSpc>
                <a:spcPts val="335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7680" y="1367276"/>
            <a:ext cx="8778240" cy="975360"/>
            <a:chOff x="0" y="0"/>
            <a:chExt cx="11704320" cy="13004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300480"/>
            </a:xfrm>
            <a:custGeom>
              <a:avLst/>
              <a:gdLst/>
              <a:ahLst/>
              <a:cxnLst/>
              <a:rect r="r" b="b" t="t" l="l"/>
              <a:pathLst>
                <a:path h="130048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300480"/>
                  </a:lnTo>
                  <a:lnTo>
                    <a:pt x="0" y="1300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7680" y="1302982"/>
            <a:ext cx="8778240" cy="1039654"/>
            <a:chOff x="0" y="0"/>
            <a:chExt cx="11704320" cy="13862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4320" cy="1386205"/>
            </a:xfrm>
            <a:custGeom>
              <a:avLst/>
              <a:gdLst/>
              <a:ahLst/>
              <a:cxnLst/>
              <a:rect r="r" b="b" t="t" l="l"/>
              <a:pathLst>
                <a:path h="1386205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386205"/>
                  </a:lnTo>
                  <a:lnTo>
                    <a:pt x="0" y="13862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520" r="0" b="-1145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1704320" cy="1471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87"/>
                </a:lnSpc>
              </a:pPr>
              <a:r>
                <a:rPr lang="en-US" sz="423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 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44053" y="2094728"/>
            <a:ext cx="9265920" cy="4606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What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is the CLI File Explorer?</a:t>
            </a:r>
          </a:p>
          <a:p>
            <a:pPr algn="l" marL="517945" indent="-258972" lvl="1">
              <a:lnSpc>
                <a:spcPts val="3358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 terminal-based simulation of an operating system's directory and file manager.</a:t>
            </a:r>
          </a:p>
          <a:p>
            <a:pPr algn="l" marL="517945" indent="-258972" lvl="1">
              <a:lnSpc>
                <a:spcPts val="3358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Implemented entirely in C using dynamic pointers and memory allocation without external database libraries.</a:t>
            </a:r>
          </a:p>
          <a:p>
            <a:pPr algn="l">
              <a:lnSpc>
                <a:spcPts val="3358"/>
              </a:lnSpc>
            </a:pP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Core Components:</a:t>
            </a:r>
          </a:p>
          <a:p>
            <a:pPr algn="l" marL="517945" indent="-258972" lvl="1">
              <a:lnSpc>
                <a:spcPts val="3358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Genera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l 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Tre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e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: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Model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folders containing subfolders and files.</a:t>
            </a:r>
          </a:p>
          <a:p>
            <a:pPr algn="l" marL="517945" indent="-258972" lvl="1">
              <a:lnSpc>
                <a:spcPts val="3358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LIFO 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Stack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: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Keeps track of visited parent folders for fast step-back navigation.</a:t>
            </a:r>
          </a:p>
          <a:p>
            <a:pPr algn="l" marL="517945" indent="-258972" lvl="1">
              <a:lnSpc>
                <a:spcPts val="3358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FIFO 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Queue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: Logs accessed files in chronological order.</a:t>
            </a:r>
          </a:p>
          <a:p>
            <a:pPr algn="l">
              <a:lnSpc>
                <a:spcPts val="3358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6990083" y="6798450"/>
            <a:ext cx="2275837" cy="389468"/>
            <a:chOff x="0" y="0"/>
            <a:chExt cx="3034449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34411" cy="519303"/>
            </a:xfrm>
            <a:custGeom>
              <a:avLst/>
              <a:gdLst/>
              <a:ahLst/>
              <a:cxnLst/>
              <a:rect r="r" b="b" t="t" l="l"/>
              <a:pathLst>
                <a:path h="519303" w="3034411">
                  <a:moveTo>
                    <a:pt x="0" y="0"/>
                  </a:moveTo>
                  <a:lnTo>
                    <a:pt x="3034411" y="0"/>
                  </a:lnTo>
                  <a:lnTo>
                    <a:pt x="3034411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8" r="-1" b="-6377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90083" y="6777018"/>
            <a:ext cx="2275837" cy="410899"/>
            <a:chOff x="0" y="0"/>
            <a:chExt cx="3034449" cy="547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34449" cy="547864"/>
            </a:xfrm>
            <a:custGeom>
              <a:avLst/>
              <a:gdLst/>
              <a:ahLst/>
              <a:cxnLst/>
              <a:rect r="r" b="b" t="t" l="l"/>
              <a:pathLst>
                <a:path h="547864" w="3034449">
                  <a:moveTo>
                    <a:pt x="0" y="0"/>
                  </a:moveTo>
                  <a:lnTo>
                    <a:pt x="3034449" y="0"/>
                  </a:lnTo>
                  <a:lnTo>
                    <a:pt x="3034449" y="547864"/>
                  </a:lnTo>
                  <a:lnTo>
                    <a:pt x="0" y="5478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921" r="0" b="-579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034449" cy="576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43"/>
                </a:lnSpc>
              </a:pPr>
              <a:r>
                <a:rPr lang="en-US" sz="1119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246771" y="655320"/>
            <a:ext cx="5260057" cy="147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4"/>
              </a:lnSpc>
            </a:pPr>
            <a:r>
              <a:rPr lang="en-US" sz="4239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7325" y="2396491"/>
            <a:ext cx="9118949" cy="4187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1. Di</a:t>
            </a: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fficulty in Organizing Folders: Fixed-size arrays cannot easily represent nested folders with different levels of depth.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8"/>
              </a:lnSpc>
            </a:pP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2. Difficulty in Folder Navigation: Moving between folders requires keeping track of the previous directory to support the Go Back operation.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3. Lack of File Access History: There is no simple way to track recently opened files in the order they were accessed.</a:t>
            </a:r>
          </a:p>
          <a:p>
            <a:pPr algn="l" marL="548519" indent="-182840" lvl="2">
              <a:lnSpc>
                <a:spcPts val="335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6990083" y="6798450"/>
            <a:ext cx="2275837" cy="389468"/>
            <a:chOff x="0" y="0"/>
            <a:chExt cx="3034449" cy="5192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34411" cy="519303"/>
            </a:xfrm>
            <a:custGeom>
              <a:avLst/>
              <a:gdLst/>
              <a:ahLst/>
              <a:cxnLst/>
              <a:rect r="r" b="b" t="t" l="l"/>
              <a:pathLst>
                <a:path h="519303" w="3034411">
                  <a:moveTo>
                    <a:pt x="0" y="0"/>
                  </a:moveTo>
                  <a:lnTo>
                    <a:pt x="3034411" y="0"/>
                  </a:lnTo>
                  <a:lnTo>
                    <a:pt x="3034411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8" r="-1" b="-6377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90083" y="6777018"/>
            <a:ext cx="2275837" cy="410899"/>
            <a:chOff x="0" y="0"/>
            <a:chExt cx="3034449" cy="5478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34449" cy="547864"/>
            </a:xfrm>
            <a:custGeom>
              <a:avLst/>
              <a:gdLst/>
              <a:ahLst/>
              <a:cxnLst/>
              <a:rect r="r" b="b" t="t" l="l"/>
              <a:pathLst>
                <a:path h="547864" w="3034449">
                  <a:moveTo>
                    <a:pt x="0" y="0"/>
                  </a:moveTo>
                  <a:lnTo>
                    <a:pt x="3034449" y="0"/>
                  </a:lnTo>
                  <a:lnTo>
                    <a:pt x="3034449" y="547864"/>
                  </a:lnTo>
                  <a:lnTo>
                    <a:pt x="0" y="5478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921" r="0" b="-5792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034449" cy="576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43"/>
                </a:lnSpc>
              </a:pPr>
              <a:r>
                <a:rPr lang="en-US" sz="1119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2295" y="1279989"/>
            <a:ext cx="8778240" cy="975360"/>
            <a:chOff x="0" y="0"/>
            <a:chExt cx="11704320" cy="13004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300480"/>
            </a:xfrm>
            <a:custGeom>
              <a:avLst/>
              <a:gdLst/>
              <a:ahLst/>
              <a:cxnLst/>
              <a:rect r="r" b="b" t="t" l="l"/>
              <a:pathLst>
                <a:path h="130048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300480"/>
                  </a:lnTo>
                  <a:lnTo>
                    <a:pt x="0" y="1300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7680" y="728015"/>
            <a:ext cx="8778240" cy="1039654"/>
            <a:chOff x="0" y="0"/>
            <a:chExt cx="11704320" cy="13862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4320" cy="1386205"/>
            </a:xfrm>
            <a:custGeom>
              <a:avLst/>
              <a:gdLst/>
              <a:ahLst/>
              <a:cxnLst/>
              <a:rect r="r" b="b" t="t" l="l"/>
              <a:pathLst>
                <a:path h="1386205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386205"/>
                  </a:lnTo>
                  <a:lnTo>
                    <a:pt x="0" y="13862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520" r="0" b="-1145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1704320" cy="1471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27"/>
                </a:lnSpc>
              </a:pPr>
              <a:r>
                <a:rPr lang="en-US" sz="443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 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10763" y="1720044"/>
            <a:ext cx="9221305" cy="506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</a:pPr>
            <a:r>
              <a:rPr lang="en-US" sz="21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Main objectives are:</a:t>
            </a:r>
          </a:p>
          <a:p>
            <a:pPr algn="l" marL="502788" indent="-167596" lvl="2">
              <a:lnSpc>
                <a:spcPts val="3078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To implement an interactive in-memory file manager in C using DSA.</a:t>
            </a:r>
          </a:p>
          <a:p>
            <a:pPr algn="l" marL="502788" indent="-167596" lvl="2">
              <a:lnSpc>
                <a:spcPts val="3078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To model multi-level hierarchical folders using a Left-Child / Right-Sibling Tree.</a:t>
            </a:r>
          </a:p>
          <a:p>
            <a:pPr algn="l" marL="502788" indent="-167596" lvl="2">
              <a:lnSpc>
                <a:spcPts val="3078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To implement an array-based Stack for parent directory backtracking.</a:t>
            </a:r>
          </a:p>
          <a:p>
            <a:pPr algn="l" marL="502788" indent="-167596" lvl="2">
              <a:lnSpc>
                <a:spcPts val="3078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To implement a linked-list Queue for chronological recent-file logging.</a:t>
            </a:r>
          </a:p>
          <a:p>
            <a:pPr algn="l" marL="502788" indent="-167596" lvl="2">
              <a:lnSpc>
                <a:spcPts val="3078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To demonstrate real-time interaction between multiple data structures in one system.</a:t>
            </a:r>
          </a:p>
          <a:p>
            <a:pPr algn="l" marL="502788" indent="-167596" lvl="2">
              <a:lnSpc>
                <a:spcPts val="3078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To provide search using recursive Depth-First Search (DFS) traversal.</a:t>
            </a:r>
          </a:p>
          <a:p>
            <a:pPr algn="l" marL="502788" indent="-167596" lvl="2">
              <a:lnSpc>
                <a:spcPts val="3078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To create an intuitive, menu-driven CLI interface.</a:t>
            </a:r>
          </a:p>
          <a:p>
            <a:pPr algn="l" marL="502788" indent="-167596" lvl="2">
              <a:lnSpc>
                <a:spcPts val="307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Object 4" id="4"/>
          <p:cNvGraphicFramePr/>
          <p:nvPr/>
        </p:nvGraphicFramePr>
        <p:xfrm>
          <a:off x="146923" y="2085975"/>
          <a:ext cx="3771900" cy="3143250"/>
        </p:xfrm>
        <a:graphic>
          <a:graphicData uri="http://schemas.openxmlformats.org/presentationml/2006/ole">
            <p:oleObj imgW="4521200" imgH="3886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594660" y="1369841"/>
            <a:ext cx="4891401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84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Structures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5458743"/>
            <a:ext cx="9134954" cy="148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244687" lvl="2">
              <a:lnSpc>
                <a:spcPts val="2379"/>
              </a:lnSpc>
              <a:spcBef>
                <a:spcPct val="0"/>
              </a:spcBef>
              <a:buFont typeface="Arial"/>
              <a:buChar char="⚬"/>
            </a:pPr>
            <a:r>
              <a:rPr lang="en-US" sz="17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Linked List: Allows dynamic insertion and deletion of files and folders.</a:t>
            </a:r>
          </a:p>
          <a:p>
            <a:pPr algn="l" marL="734061" indent="-244687" lvl="2">
              <a:lnSpc>
                <a:spcPts val="2379"/>
              </a:lnSpc>
              <a:spcBef>
                <a:spcPct val="0"/>
              </a:spcBef>
              <a:buFont typeface="Arial"/>
              <a:buChar char="⚬"/>
            </a:pPr>
            <a:r>
              <a:rPr lang="en-US" sz="17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Tree: Represents parent-child relationships between directories and their contents.</a:t>
            </a:r>
          </a:p>
          <a:p>
            <a:pPr algn="l" marL="734061" indent="-244687" lvl="2">
              <a:lnSpc>
                <a:spcPts val="2379"/>
              </a:lnSpc>
              <a:spcBef>
                <a:spcPct val="0"/>
              </a:spcBef>
              <a:buFont typeface="Arial"/>
              <a:buChar char="⚬"/>
            </a:pPr>
            <a:r>
              <a:rPr lang="en-US" sz="17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Stack: Follows LIFO (Last In, First Out), allowing users to return to the previous folder.</a:t>
            </a:r>
          </a:p>
          <a:p>
            <a:pPr algn="l" marL="734061" indent="-244687" lvl="2">
              <a:lnSpc>
                <a:spcPts val="2379"/>
              </a:lnSpc>
              <a:spcBef>
                <a:spcPct val="0"/>
              </a:spcBef>
              <a:buFont typeface="Arial"/>
              <a:buChar char="⚬"/>
            </a:pPr>
            <a:r>
              <a:rPr lang="en-US" sz="17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Queue: Follows FIFO (First In, First Out), maintaining files in the order they were accessed.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76074" y="1526791"/>
            <a:ext cx="8046006" cy="51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9"/>
              </a:lnSpc>
            </a:pPr>
            <a:r>
              <a:rPr lang="en-US" sz="3042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Data Structures Used — Linked List &amp; Tree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6626" y="2516265"/>
            <a:ext cx="6723817" cy="1564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Linked List (File and Folder Management):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Stores multiple files and folders inside a directory.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Each node contains the name and type of the file or folder.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Uses pointers to connect different nodes.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Allows dynamic memory allocation.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6626" y="4671629"/>
            <a:ext cx="7296031" cy="1564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Tree Structure (Directory Hierarchy):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Represents the relationship between folders and their contents.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Each folder can contain multiple files and subfolders.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child points to the first item inside a folder.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next points to the next item in the same directory.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16132" y="1429931"/>
            <a:ext cx="9753600" cy="62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6"/>
              </a:lnSpc>
            </a:pPr>
            <a:r>
              <a:rPr lang="en-US" sz="3677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Stack, Queue &amp; Core Operations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4760874"/>
            <a:ext cx="6620946" cy="2192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Key Operations Summary: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addNode() – Creates and inserts a new file or folder.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display() – Displays the contents of the current directory.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deleteNode() – Removes a file or folder.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search() – Searches for a file or folder recursively.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addRecent() – Adds an accessed file to the queue.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showRecent() – Displays recently accessed files.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2226096"/>
            <a:ext cx="8068985" cy="124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Stack (Folder Navigation):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Used to maintain the history of previously visited directories.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Push operation stores the current folder before opening another folder.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Pop operation retrieves the previous folder when Go Back is selected.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3650909"/>
            <a:ext cx="4291370" cy="935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Queue (Recently Accessed Files):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Maintains a record of opened files.</a:t>
            </a:r>
          </a:p>
          <a:p>
            <a:pPr algn="l" marL="777240" indent="-259080" lvl="2">
              <a:lnSpc>
                <a:spcPts val="2519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Uses front and rear pointers.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Object 4" id="4"/>
          <p:cNvGraphicFramePr/>
          <p:nvPr/>
        </p:nvGraphicFramePr>
        <p:xfrm>
          <a:off x="2541007" y="1679987"/>
          <a:ext cx="3192087" cy="5852160"/>
        </p:xfrm>
        <a:graphic>
          <a:graphicData uri="http://schemas.openxmlformats.org/presentationml/2006/ole">
            <p:oleObj imgW="4356100" imgH="70104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083985" y="655320"/>
            <a:ext cx="593809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Time Complexity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41595" y="1723829"/>
            <a:ext cx="6747153" cy="527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trike="noStrike" u="none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Data Structure Flow: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File System → Linked List / Tree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↓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Create File/Folder → Insert New Node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↓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Open Folder → Push Current Folder into Stack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↓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Go Back → Pop Previous Folder from Stack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↓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Open File → Add File to Queue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↓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Search → Recursively Traverse Nested Folders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↓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Display / Delete → Traverse and Update Linked List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10299" y="1179550"/>
            <a:ext cx="2585692" cy="5975630"/>
          </a:xfrm>
          <a:custGeom>
            <a:avLst/>
            <a:gdLst/>
            <a:ahLst/>
            <a:cxnLst/>
            <a:rect r="r" b="b" t="t" l="l"/>
            <a:pathLst>
              <a:path h="5975630" w="2585692">
                <a:moveTo>
                  <a:pt x="0" y="0"/>
                </a:moveTo>
                <a:lnTo>
                  <a:pt x="2585692" y="0"/>
                </a:lnTo>
                <a:lnTo>
                  <a:pt x="2585692" y="5975630"/>
                </a:lnTo>
                <a:lnTo>
                  <a:pt x="0" y="5975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69330" y="1179550"/>
            <a:ext cx="2266313" cy="5975630"/>
          </a:xfrm>
          <a:custGeom>
            <a:avLst/>
            <a:gdLst/>
            <a:ahLst/>
            <a:cxnLst/>
            <a:rect r="r" b="b" t="t" l="l"/>
            <a:pathLst>
              <a:path h="5975630" w="2266313">
                <a:moveTo>
                  <a:pt x="0" y="0"/>
                </a:moveTo>
                <a:lnTo>
                  <a:pt x="2266313" y="0"/>
                </a:lnTo>
                <a:lnTo>
                  <a:pt x="2266313" y="5975630"/>
                </a:lnTo>
                <a:lnTo>
                  <a:pt x="0" y="5975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87670" y="511497"/>
            <a:ext cx="4157948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Output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3305" y="1395136"/>
            <a:ext cx="8401021" cy="975360"/>
            <a:chOff x="0" y="0"/>
            <a:chExt cx="11201362" cy="13004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01400" cy="1300480"/>
            </a:xfrm>
            <a:custGeom>
              <a:avLst/>
              <a:gdLst/>
              <a:ahLst/>
              <a:cxnLst/>
              <a:rect r="r" b="b" t="t" l="l"/>
              <a:pathLst>
                <a:path h="1300480" w="11201400">
                  <a:moveTo>
                    <a:pt x="0" y="0"/>
                  </a:moveTo>
                  <a:lnTo>
                    <a:pt x="11201400" y="0"/>
                  </a:lnTo>
                  <a:lnTo>
                    <a:pt x="11201400" y="1300480"/>
                  </a:lnTo>
                  <a:lnTo>
                    <a:pt x="0" y="1300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12" r="0" b="-1177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3305" y="1337986"/>
            <a:ext cx="8401021" cy="1032510"/>
            <a:chOff x="0" y="0"/>
            <a:chExt cx="11201362" cy="1376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01359" cy="1376680"/>
            </a:xfrm>
            <a:custGeom>
              <a:avLst/>
              <a:gdLst/>
              <a:ahLst/>
              <a:cxnLst/>
              <a:rect r="r" b="b" t="t" l="l"/>
              <a:pathLst>
                <a:path h="1376680" w="11201359">
                  <a:moveTo>
                    <a:pt x="0" y="0"/>
                  </a:moveTo>
                  <a:lnTo>
                    <a:pt x="11201359" y="0"/>
                  </a:lnTo>
                  <a:lnTo>
                    <a:pt x="11201359" y="1376680"/>
                  </a:lnTo>
                  <a:lnTo>
                    <a:pt x="0" y="1376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540" r="0" b="-1085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1201362" cy="145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46"/>
                </a:lnSpc>
              </a:pPr>
              <a:r>
                <a:rPr lang="en-US" sz="4038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Future Scope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7016" y="2332396"/>
            <a:ext cx="9077311" cy="210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trike="noStrike" u="none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Conclusion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project demonstrates the practical implementation of Linked List, Tree, Stack, and Queue.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These data structures work together to manage files, folders, and navigation history.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Recursive searching allows files to be located across nested directories.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016" y="4815729"/>
            <a:ext cx="7131330" cy="210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trike="noStrike" u="none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Future Scope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Add support for file renaming.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Add recursive deletion of folders and their contents.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Implement file sorting based on name or type.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Develop a graphical user interface.</a:t>
            </a:r>
          </a:p>
          <a:p>
            <a:pPr algn="l" marL="863598" indent="-287866" lvl="2">
              <a:lnSpc>
                <a:spcPts val="2799"/>
              </a:lnSpc>
              <a:spcBef>
                <a:spcPct val="0"/>
              </a:spcBef>
              <a:buFont typeface="Arial"/>
              <a:buChar char="⚬"/>
            </a:pPr>
            <a:r>
              <a:rPr lang="en-US" sz="1999" strike="noStrike" u="non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Integrate actual system file management operations.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7904" y="2762431"/>
            <a:ext cx="8216255" cy="162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8"/>
              </a:lnSpc>
            </a:pPr>
            <a:r>
              <a:rPr lang="en-US" b="true" sz="8613" i="true">
                <a:solidFill>
                  <a:srgbClr val="000000"/>
                </a:solidFill>
                <a:latin typeface="Playfair Display Bold Italics"/>
                <a:ea typeface="Playfair Display Bold Italics"/>
                <a:cs typeface="Playfair Display Bold Italics"/>
                <a:sym typeface="Playfair Display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DAHW92HikpQ</dc:identifier>
  <dcterms:modified xsi:type="dcterms:W3CDTF">2011-08-01T06:04:30Z</dcterms:modified>
  <cp:revision>1</cp:revision>
  <dc:title>DSA presentation SEM III.pptx</dc:title>
</cp:coreProperties>
</file>